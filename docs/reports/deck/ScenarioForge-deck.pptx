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과제명은 솔루션을 관통하는 한 문장이며 수치는 실측값이다. 15초 안에 다음 장으로.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 문제 30초: 사람이 화면을 보며 시나리오를 쓰고 실행하고 캡처한다. 기존 자동 생성 run은 전이 65개를 전부 덮어 coverage 100%였지만 로그인에서 로그아웃까지 이어지는 시나리오가 하나도 없었다.
흐름 45초: 생성은 스캐너가 소스 범위와 정본 ID를 정하고 Pi author가 소스 조사, gap 보정, 업무 분류, 사용자 여정, 시나리오 케이스 5단계를 한 번에 하나씩 쓴다. 리뷰어가 검토하고 골든 평가자는 생성이 끝난 뒤에만 본다. 수행은 컴파일러가 step을 만들고 모델은 위치 제안과 관측만, 판정은 코드가 한다.
성과 30초: 골든 대비 분류 6/6, 업무흐름 10/10, 여정 2/2. 실제 앱 두 개에서 3 step씩 전부 통과. 그라운딩은 20.5%에서 97.4%.
메시지 15초. [다음 장으로]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[4분, 가장 길어지기 쉬운 장] 그림 90초: 왼쪽 생성 트랙, 오른쪽 수행 트랙, 아래 저장소. 강조된 두 상자(리뷰어, 제안 게이트)가 모델 출력을 검증하는 코드 게이트다. Renderer엔 Node 권한이 없고 허용된 IPC만 지난다.
카드 ① 40초: 정본 ID를 모델이 옮겨 적다 변형하는 사고가 반복돼 ID를 아예 보여주지 않는 구조로 바꿨다.
카드 ② 40초: 모든 실패를 종료로 처리하면 수렴하지 않는다. 고칠 수 있는 누락과 고칠 수 없는 위반(ID, hash, 범위, secret)을 구분했다.
카드 ③ 40초: 순수 CUA를 쓰지 않은 이유는 긴 케이스 붕괴와 비용. 모델은 위치 제안과 관측만.
골든 20초: 생성 에이전트는 골든을 본 적이 없다. [다음 장으로]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[4분, 심사위원이 가장 집중하는 장] 난제 1 120초: 20.5%를 보고 모델을 바꾸는 대신 오차 패턴을 봤다. 전부 좌상향 선형, 배율이 768/900. 모델이 전처리 이미지 좌표로 답하고 있었다. 좌표계 계약을 넣자 AXSE 39개 중 38개. RA-DAR 남은 실패 8건은 전부 라벨이 화면에 없거나 잘린 대상 서술 문제다.
난제 2 40초: 환각은 스키마로 안 막힌다. 모델이 정본 구조를 못 만들게 소유권을 나눴다.
난제 3 40초: Pi 재시도 4회와 실행기 3회가 겹쳐 12회. 소유권을 하나로.
로그 20초: 단계 handoff와 게이트 재생 수치.
배운 것 20초: 미달 항목은 원인이 특정돼 있고 경로가 있다. [질문 받기]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 AX master-project 과정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09728" cy="2286000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소스코드 하나로 사용자 여정 시나리오를 만들고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화면에서 실행한다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대비 업무 분류·업무흐름·여정 재현 100%, 화면 요소 그라운딩 97.4%, 실제 앱 2개 왕복 실행 통과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ScenarioForge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4846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멘티  </a:t>
            </a:r>
            <a:pPr indent="0" marL="0">
              <a:buNone/>
            </a:pPr>
            <a:r>
              <a:rPr lang="en-US" sz="16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양권상  11769</a:t>
            </a:r>
            <a:pPr indent="0" marL="0">
              <a:buNone/>
            </a:pPr>
            <a:r>
              <a:rPr lang="en-US" sz="1600" b="1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멘토  </a:t>
            </a:r>
            <a:pPr indent="0" marL="0">
              <a:buNone/>
            </a:pPr>
            <a:r>
              <a:rPr lang="en-US" sz="16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강준형, 이용택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프로젝트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 AX master-project 과정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60120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11091672" cy="877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브라운필드 웹 시스템의 E2E 테스트 시나리오를 사람이 화면을 보며 작성·실행·캡처하고 있고, 기존 자동 생성은 전이 coverage 100%에도 사용자가 따라 할 완결 여정이 0개인 문제를 해결한다.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임팩트: 시나리오·실행·화면 증거가 한 흐름으로 연결되어 실패 원인 확인이 사람 손을 거치지 않는다.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5973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77440"/>
            <a:ext cx="655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· Agent 흐름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2724912"/>
            <a:ext cx="14036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24912"/>
            <a:ext cx="14036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스캐너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inventory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9756" y="2724912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7772" y="2724912"/>
            <a:ext cx="14036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7772" y="2724912"/>
            <a:ext cx="14036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 author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 의미 작성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33088" y="2724912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1104" y="2724912"/>
            <a:ext cx="1403604" cy="457200"/>
          </a:xfrm>
          <a:prstGeom prst="roundRect">
            <a:avLst>
              <a:gd name="adj" fmla="val 10000"/>
            </a:avLst>
          </a:prstGeom>
          <a:solidFill>
            <a:srgbClr val="FBE7DD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2724912"/>
            <a:ext cx="14036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bounded repair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46420" y="2724912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74436" y="2724912"/>
            <a:ext cx="14036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4436" y="2724912"/>
            <a:ext cx="14036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평가자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독립 평가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34440" y="3291840"/>
            <a:ext cx="110093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291840"/>
            <a:ext cx="110093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컴파일러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17090" y="32918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45106" y="3291840"/>
            <a:ext cx="110093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5106" y="3291840"/>
            <a:ext cx="110093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제안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7755" y="32918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5771" y="3291840"/>
            <a:ext cx="1100938" cy="457200"/>
          </a:xfrm>
          <a:prstGeom prst="roundRect">
            <a:avLst>
              <a:gd name="adj" fmla="val 10000"/>
            </a:avLst>
          </a:prstGeom>
          <a:solidFill>
            <a:srgbClr val="FBE7DD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5771" y="3291840"/>
            <a:ext cx="110093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게이트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검증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8421" y="32918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66437" y="3291840"/>
            <a:ext cx="110093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6437" y="3291840"/>
            <a:ext cx="110093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9086" y="32918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77102" y="3291840"/>
            <a:ext cx="110093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7102" y="3291840"/>
            <a:ext cx="110093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엔진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verdict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85876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 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Electron · React · TypeScript · Pi coding agent SDK · Azure OpenAI gpt-5.6-luna · SQLite · Vitest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06640" y="245973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2377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성과 (실측)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06640" y="2724912"/>
            <a:ext cx="43251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6368" y="2724912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144000" y="2724912"/>
            <a:ext cx="2496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 · 골든 대비 recall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분류 6/6 · 업무흐름 10/10 · 여정 2/2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06640" y="3511296"/>
            <a:ext cx="43251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B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16368" y="351129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6/6 step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144000" y="3511296"/>
            <a:ext cx="2496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성공률 · 실제 앱 2개 왕복 실행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그라운딩 20.5% → 97.4%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406640" y="4297680"/>
            <a:ext cx="43251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B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16368" y="42976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→ 2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9144000" y="4297680"/>
            <a:ext cx="2496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체감 · 완주 가능한 사용자 여정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증적에 좌표계 3값 기록, 판정 재현 가능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5257800"/>
            <a:ext cx="11274552" cy="868680"/>
          </a:xfrm>
          <a:prstGeom prst="rect">
            <a:avLst/>
          </a:prstGeom>
          <a:solidFill>
            <a:srgbClr val="FBE7DD"/>
          </a:solidFill>
          <a:ln w="12700">
            <a:solidFill>
              <a:srgbClr val="FBE7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5257800"/>
            <a:ext cx="109728" cy="868680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2578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MESSAGE  </a:t>
            </a:r>
            <a:pPr indent="0" marL="0">
              <a:buNone/>
            </a:pPr>
            <a:r>
              <a:rPr lang="en-US" sz="18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소스코드만으로 사용자가 끝까지 따라 할 수 있는 여정 시나리오를 만들고, 그것을 실제 화면에서 실행해 증거까지 남긴다.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기술 아키텍처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 AX master-project 과정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60120"/>
            <a:ext cx="6144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아키텍처</a:t>
            </a:r>
            <a:endParaRPr lang="en-US" sz="1300" dirty="0"/>
          </a:p>
        </p:txBody>
      </p:sp>
      <p:pic>
        <p:nvPicPr>
          <p:cNvPr id="6" name="Image 0" descr="/Users/a11769/Desktop/master-project/docs/reports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309360" cy="3943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36067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Electron Main이 두 트랙을 조율. 생성 트랙(Pi coding agent, 독립 리뷰어) · 수행 트랙(격리 BrowserWindow, 제안 게이트, 판정 엔진) · 저장소(.scenarioforge, SQLite 관계 투영) · 모델 provider(Azure gpt-5.6-luna). 백엔드가 ID·hash·근거·완료를 소유하고 모델은 의미 공백만 채운다.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86600" y="104241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51192" y="960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 선택 이유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86600" y="1325880"/>
            <a:ext cx="464515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1325880"/>
            <a:ext cx="4645152" cy="1353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백엔드 소유 정본 + 모델 의미 patch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되는 이유: 모델이 전체 JSON을 쓰면 정본 ID를 변형해 참조 오류가 반복됐다.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선택: ID·근거·hash는 백엔드가 결정론적으로 생성, 모델엔 실행 한정 opaque 참조만 노출.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참조 오류 재발 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86600" y="2788920"/>
            <a:ext cx="464515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9DB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2788920"/>
            <a:ext cx="4645152" cy="1353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bounded semantic repair + carry-forward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되는 이유: 모든 검증 실패를 종료로 다루면 매 run 다른 위치에서 실패해 수렴하지 않았다.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선택: 리뷰어 issue를 같은 작업 안에서 수정하는 Self-Correction 루프(횟수·크기 상한). 의미 누락은 gap으로 넘기고 신뢰 경계 위반만 fail-closed.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생성 5단계 중 4단계 로컬 검증 통과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86600" y="4251960"/>
            <a:ext cx="464515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9DB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251960"/>
            <a:ext cx="4645152" cy="1353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bounded vision step + 제안 게이트 + operator/observer 분리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되는 이유: 순수 CUA는 10 step 초과 태스크에서 35%로 붕괴하고 회차마다 전량 VLM 호출.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선택: 모델엔 "이 라벨이 프레임 어디 있나"만 묻고 계획·판정은 코드. 자기 행동을 판정하지 않도록 observer 세션 분리.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observer 음성 대조 4/4, 앵커 신뢰도 18/18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5897880"/>
            <a:ext cx="11274552" cy="0"/>
          </a:xfrm>
          <a:prstGeom prst="line">
            <a:avLst/>
          </a:prstGeom>
          <a:noFill/>
          <a:ln w="12700">
            <a:solidFill>
              <a:srgbClr val="D9DB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분리 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 데이터셋은 생성에 노출하지 않고, 생성 이후 분리된 세션의 LLM-as-judge가 항목당 유사도 0.7 이상만 일치로 인정한다.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핵심 기술 과제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 AX master-project 과정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60120"/>
            <a:ext cx="779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난제 1 · 좌표계 불일치로 그라운딩 20.5%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9552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6634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방법이 안 되는 이유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캡처에 보이는 라벨을 주고 좌표를 물었더니 AXSE 20.5%, RA-DAR 6.9%. 모델 교체가 답처럼 보였다.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엔지니어링 접근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오차 패턴부터 봤다. 39개 대상의 오차가 전부 선형이고 세로 배율 0.853 = 768/900. 모델은 짧은 변을 768로 줄인 전처리 좌표로 답하고 있었다. 리사이즈 전송과 캡처 좌표 환산을 필수 계약으로 고정하고 제안 게이트가 환산을 맡게 했다.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AXSE 97.4%, RA-DAR 71.4%. 실행 경로의 환산 좌표는 정답 대비 1px 이내.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3429000"/>
            <a:ext cx="2999232" cy="0"/>
          </a:xfrm>
          <a:prstGeom prst="line">
            <a:avLst/>
          </a:prstGeom>
          <a:noFill/>
          <a:ln w="12700">
            <a:solidFill>
              <a:srgbClr val="D9DB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3072841"/>
            <a:ext cx="566928" cy="356159"/>
          </a:xfrm>
          <a:prstGeom prst="rect">
            <a:avLst/>
          </a:prstGeom>
          <a:solidFill>
            <a:srgbClr val="ECEEF2"/>
          </a:solidFill>
          <a:ln w="12700">
            <a:solidFill>
              <a:srgbClr val="4F5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816809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20.5%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0" y="345643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99048" y="1736811"/>
            <a:ext cx="566928" cy="1692189"/>
          </a:xfrm>
          <a:prstGeom prst="rect">
            <a:avLst/>
          </a:prstGeom>
          <a:solidFill>
            <a:srgbClr val="FBE7DD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1480779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97.4%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61888" y="345643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48856" y="3309122"/>
            <a:ext cx="566928" cy="119878"/>
          </a:xfrm>
          <a:prstGeom prst="rect">
            <a:avLst/>
          </a:prstGeom>
          <a:solidFill>
            <a:srgbClr val="ECEEF2"/>
          </a:solidFill>
          <a:ln w="12700">
            <a:solidFill>
              <a:srgbClr val="4F5D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305309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6.9%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11696" y="345643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RA-DAR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98664" y="2188525"/>
            <a:ext cx="566928" cy="1240475"/>
          </a:xfrm>
          <a:prstGeom prst="rect">
            <a:avLst/>
          </a:prstGeom>
          <a:solidFill>
            <a:srgbClr val="ECEEF2"/>
          </a:solidFill>
          <a:ln w="12700">
            <a:solidFill>
              <a:srgbClr val="4F5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932493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71.4%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61504" y="345643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RA-DAR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5780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그라운딩 적중률, 좌표계 계약 전후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0565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023360"/>
            <a:ext cx="779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난제 2 · 3 (압축)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86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38862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환각을 스키마로 막을 수 없었다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변형, 핸들러 없는 버튼을 동작으로 생성, guard 누락이 매 run 다른 위치에서 재발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소유권 경계 + repair loop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오류 재발 0 · recall 100%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6280" y="4343400"/>
            <a:ext cx="3886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343400"/>
            <a:ext cx="38862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429 재시도 증폭과 payload 팽창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재시도 중첩으로 최대 12회 호출, 요청당 약 104K 토큰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재시도 단일 소유 · 중복 제거 · 소형 영수증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입력 rate limit 없이 완료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41080" y="1042416"/>
            <a:ext cx="91440" cy="128016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5672" y="960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고수준 로그 증거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41080" y="1280160"/>
            <a:ext cx="3090672" cy="4297680"/>
          </a:xfrm>
          <a:prstGeom prst="roundRect">
            <a:avLst>
              <a:gd name="adj" fmla="val 177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1280160"/>
            <a:ext cx="3090672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handoff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 3건 → 허용 소스 6개 재읽기 → 의미 gap 전부 해소 → evidence 22건 정합, hash 일치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게이트 재생 64건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옳은 제안 53 통과 · 틀린 제안 1 통과 · 과차단 5 → 정규화 수정 후 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분리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F5D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 화면을 없는 화면으로 바꾸면 조작·게이트가 성공해도 case FAILED. 동작 성공 ≠ 업무 성공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solidFill>
            <a:srgbClr val="FBE7DD"/>
          </a:solidFill>
          <a:ln w="12700">
            <a:solidFill>
              <a:srgbClr val="FBE7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715000"/>
            <a:ext cx="109728" cy="640080"/>
          </a:xfrm>
          <a:prstGeom prst="rect">
            <a:avLst/>
          </a:prstGeom>
          <a:solidFill>
            <a:srgbClr val="EB6C36"/>
          </a:solidFill>
          <a:ln w="12700">
            <a:solidFill>
              <a:srgbClr val="EB6C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7150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6C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것  </a:t>
            </a:r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2개(시나리오 성공 recall 37.5%, RA-DAR 그라운딩 71.4%)는 모델 성능이 아니라 "AI에게 시키는 범위"의 문제로 특정됐다. 단기 경로: 전이 원장·경로 컴파일러 연결로 80%, 라벨 가시성 필드로 90%.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ScenarioForge</dc:title>
  <dc:subject>PptxGenJS Presentation</dc:subject>
  <dc:creator>양권상</dc:creator>
  <cp:lastModifiedBy>양권상</cp:lastModifiedBy>
  <cp:revision>1</cp:revision>
  <dcterms:created xsi:type="dcterms:W3CDTF">2026-09-17T06:24:17Z</dcterms:created>
  <dcterms:modified xsi:type="dcterms:W3CDTF">2026-09-17T06:24:17Z</dcterms:modified>
</cp:coreProperties>
</file>